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DC59753-D30F-CF5B-F46B-17A233E681EB}" v="3" dt="2026-04-03T07:02:35.4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i Fierro" userId="S::alexifierro@clinetrasolutions.com::e7970211-269f-475a-b42b-894270a354b5" providerId="AD" clId="Web-{5DC59753-D30F-CF5B-F46B-17A233E681EB}"/>
    <pc:docChg chg="modSld">
      <pc:chgData name="Alexi Fierro" userId="S::alexifierro@clinetrasolutions.com::e7970211-269f-475a-b42b-894270a354b5" providerId="AD" clId="Web-{5DC59753-D30F-CF5B-F46B-17A233E681EB}" dt="2026-04-03T07:02:34.733" v="1"/>
      <pc:docMkLst>
        <pc:docMk/>
      </pc:docMkLst>
      <pc:sldChg chg="addSp delSp modSp mod modClrScheme chgLayout">
        <pc:chgData name="Alexi Fierro" userId="S::alexifierro@clinetrasolutions.com::e7970211-269f-475a-b42b-894270a354b5" providerId="AD" clId="Web-{5DC59753-D30F-CF5B-F46B-17A233E681EB}" dt="2026-04-03T07:02:34.733" v="1"/>
        <pc:sldMkLst>
          <pc:docMk/>
          <pc:sldMk cId="109857222" sldId="256"/>
        </pc:sldMkLst>
        <pc:spChg chg="del">
          <ac:chgData name="Alexi Fierro" userId="S::alexifierro@clinetrasolutions.com::e7970211-269f-475a-b42b-894270a354b5" providerId="AD" clId="Web-{5DC59753-D30F-CF5B-F46B-17A233E681EB}" dt="2026-04-03T07:01:51.795" v="0"/>
          <ac:spMkLst>
            <pc:docMk/>
            <pc:sldMk cId="109857222" sldId="256"/>
            <ac:spMk id="2" creationId="{00000000-0000-0000-0000-000000000000}"/>
          </ac:spMkLst>
        </pc:spChg>
        <pc:spChg chg="del">
          <ac:chgData name="Alexi Fierro" userId="S::alexifierro@clinetrasolutions.com::e7970211-269f-475a-b42b-894270a354b5" providerId="AD" clId="Web-{5DC59753-D30F-CF5B-F46B-17A233E681EB}" dt="2026-04-03T07:01:51.795" v="0"/>
          <ac:spMkLst>
            <pc:docMk/>
            <pc:sldMk cId="109857222" sldId="256"/>
            <ac:spMk id="3" creationId="{00000000-0000-0000-0000-000000000000}"/>
          </ac:spMkLst>
        </pc:spChg>
        <pc:picChg chg="add mod">
          <ac:chgData name="Alexi Fierro" userId="S::alexifierro@clinetrasolutions.com::e7970211-269f-475a-b42b-894270a354b5" providerId="AD" clId="Web-{5DC59753-D30F-CF5B-F46B-17A233E681EB}" dt="2026-04-03T07:02:34.733" v="1"/>
          <ac:picMkLst>
            <pc:docMk/>
            <pc:sldMk cId="109857222" sldId="256"/>
            <ac:picMk id="4" creationId="{698C35DB-36E5-F497-1C57-57F54DF89FE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white logo&#10;&#10;AI-generated content may be incorrect.">
            <a:extLst>
              <a:ext uri="{FF2B5EF4-FFF2-40B4-BE49-F238E27FC236}">
                <a16:creationId xmlns:a16="http://schemas.microsoft.com/office/drawing/2014/main" id="{698C35DB-36E5-F497-1C57-57F54DF89F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100" y="1719262"/>
            <a:ext cx="9067800" cy="341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</cp:revision>
  <dcterms:created xsi:type="dcterms:W3CDTF">2026-04-03T07:01:41Z</dcterms:created>
  <dcterms:modified xsi:type="dcterms:W3CDTF">2026-04-03T07:02:45Z</dcterms:modified>
</cp:coreProperties>
</file>