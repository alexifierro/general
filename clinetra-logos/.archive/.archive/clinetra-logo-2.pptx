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D46D27-FBDF-0840-A0F0-117E26C65A84}" v="33" dt="2026-04-03T07:32:52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 Fierro" userId="S::alexifierro@clinetrasolutions.com::e7970211-269f-475a-b42b-894270a354b5" providerId="AD" clId="Web-{AFD46D27-FBDF-0840-A0F0-117E26C65A84}"/>
    <pc:docChg chg="addSld modSld">
      <pc:chgData name="Alexi Fierro" userId="S::alexifierro@clinetrasolutions.com::e7970211-269f-475a-b42b-894270a354b5" providerId="AD" clId="Web-{AFD46D27-FBDF-0840-A0F0-117E26C65A84}" dt="2026-04-03T07:32:52.799" v="30" actId="1076"/>
      <pc:docMkLst>
        <pc:docMk/>
      </pc:docMkLst>
      <pc:sldChg chg="addSp delSp modSp mod modClrScheme chgLayout">
        <pc:chgData name="Alexi Fierro" userId="S::alexifierro@clinetrasolutions.com::e7970211-269f-475a-b42b-894270a354b5" providerId="AD" clId="Web-{AFD46D27-FBDF-0840-A0F0-117E26C65A84}" dt="2026-04-03T07:27:40.144" v="20" actId="1076"/>
        <pc:sldMkLst>
          <pc:docMk/>
          <pc:sldMk cId="109857222" sldId="256"/>
        </pc:sldMkLst>
        <pc:spChg chg="del">
          <ac:chgData name="Alexi Fierro" userId="S::alexifierro@clinetrasolutions.com::e7970211-269f-475a-b42b-894270a354b5" providerId="AD" clId="Web-{AFD46D27-FBDF-0840-A0F0-117E26C65A84}" dt="2026-04-03T07:21:08.380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lexi Fierro" userId="S::alexifierro@clinetrasolutions.com::e7970211-269f-475a-b42b-894270a354b5" providerId="AD" clId="Web-{AFD46D27-FBDF-0840-A0F0-117E26C65A84}" dt="2026-04-03T07:21:08.380" v="0"/>
          <ac:spMkLst>
            <pc:docMk/>
            <pc:sldMk cId="109857222" sldId="256"/>
            <ac:spMk id="3" creationId="{00000000-0000-0000-0000-000000000000}"/>
          </ac:spMkLst>
        </pc:spChg>
        <pc:picChg chg="add del mod">
          <ac:chgData name="Alexi Fierro" userId="S::alexifierro@clinetrasolutions.com::e7970211-269f-475a-b42b-894270a354b5" providerId="AD" clId="Web-{AFD46D27-FBDF-0840-A0F0-117E26C65A84}" dt="2026-04-03T07:22:36.240" v="2"/>
          <ac:picMkLst>
            <pc:docMk/>
            <pc:sldMk cId="109857222" sldId="256"/>
            <ac:picMk id="4" creationId="{C86C183F-5B76-0D4F-CC80-85BFF2198F87}"/>
          </ac:picMkLst>
        </pc:picChg>
        <pc:picChg chg="add del mod">
          <ac:chgData name="Alexi Fierro" userId="S::alexifierro@clinetrasolutions.com::e7970211-269f-475a-b42b-894270a354b5" providerId="AD" clId="Web-{AFD46D27-FBDF-0840-A0F0-117E26C65A84}" dt="2026-04-03T07:25:02.895" v="9"/>
          <ac:picMkLst>
            <pc:docMk/>
            <pc:sldMk cId="109857222" sldId="256"/>
            <ac:picMk id="5" creationId="{0EBB6436-1210-9EA0-3372-34C7BA06C43C}"/>
          </ac:picMkLst>
        </pc:picChg>
        <pc:picChg chg="add del mod">
          <ac:chgData name="Alexi Fierro" userId="S::alexifierro@clinetrasolutions.com::e7970211-269f-475a-b42b-894270a354b5" providerId="AD" clId="Web-{AFD46D27-FBDF-0840-A0F0-117E26C65A84}" dt="2026-04-03T07:24:48.332" v="8"/>
          <ac:picMkLst>
            <pc:docMk/>
            <pc:sldMk cId="109857222" sldId="256"/>
            <ac:picMk id="6" creationId="{38125F8C-A6C5-7EA2-7E48-E76565E02450}"/>
          </ac:picMkLst>
        </pc:picChg>
        <pc:picChg chg="add mod">
          <ac:chgData name="Alexi Fierro" userId="S::alexifierro@clinetrasolutions.com::e7970211-269f-475a-b42b-894270a354b5" providerId="AD" clId="Web-{AFD46D27-FBDF-0840-A0F0-117E26C65A84}" dt="2026-04-03T07:27:10.363" v="11" actId="1076"/>
          <ac:picMkLst>
            <pc:docMk/>
            <pc:sldMk cId="109857222" sldId="256"/>
            <ac:picMk id="7" creationId="{06A08FE7-0D14-3C79-2B93-56D56CE35585}"/>
          </ac:picMkLst>
        </pc:picChg>
        <pc:picChg chg="add del mod">
          <ac:chgData name="Alexi Fierro" userId="S::alexifierro@clinetrasolutions.com::e7970211-269f-475a-b42b-894270a354b5" providerId="AD" clId="Web-{AFD46D27-FBDF-0840-A0F0-117E26C65A84}" dt="2026-04-03T07:27:23.128" v="17"/>
          <ac:picMkLst>
            <pc:docMk/>
            <pc:sldMk cId="109857222" sldId="256"/>
            <ac:picMk id="8" creationId="{5738A3B4-124D-90C8-7D81-D07897C294C8}"/>
          </ac:picMkLst>
        </pc:picChg>
        <pc:picChg chg="add mod">
          <ac:chgData name="Alexi Fierro" userId="S::alexifierro@clinetrasolutions.com::e7970211-269f-475a-b42b-894270a354b5" providerId="AD" clId="Web-{AFD46D27-FBDF-0840-A0F0-117E26C65A84}" dt="2026-04-03T07:27:40.144" v="20" actId="1076"/>
          <ac:picMkLst>
            <pc:docMk/>
            <pc:sldMk cId="109857222" sldId="256"/>
            <ac:picMk id="9" creationId="{7163179A-D31B-3B04-9BD3-D630724E5FD0}"/>
          </ac:picMkLst>
        </pc:picChg>
        <pc:picChg chg="add mod">
          <ac:chgData name="Alexi Fierro" userId="S::alexifierro@clinetrasolutions.com::e7970211-269f-475a-b42b-894270a354b5" providerId="AD" clId="Web-{AFD46D27-FBDF-0840-A0F0-117E26C65A84}" dt="2026-04-03T07:27:19.253" v="15" actId="1076"/>
          <ac:picMkLst>
            <pc:docMk/>
            <pc:sldMk cId="109857222" sldId="256"/>
            <ac:picMk id="10" creationId="{55B0D0CC-16F7-57DB-46D8-C1C3B5C4BCC5}"/>
          </ac:picMkLst>
        </pc:picChg>
      </pc:sldChg>
      <pc:sldChg chg="addSp delSp modSp new">
        <pc:chgData name="Alexi Fierro" userId="S::alexifierro@clinetrasolutions.com::e7970211-269f-475a-b42b-894270a354b5" providerId="AD" clId="Web-{AFD46D27-FBDF-0840-A0F0-117E26C65A84}" dt="2026-04-03T07:32:52.799" v="30" actId="1076"/>
        <pc:sldMkLst>
          <pc:docMk/>
          <pc:sldMk cId="562611664" sldId="257"/>
        </pc:sldMkLst>
        <pc:spChg chg="add mod">
          <ac:chgData name="Alexi Fierro" userId="S::alexifierro@clinetrasolutions.com::e7970211-269f-475a-b42b-894270a354b5" providerId="AD" clId="Web-{AFD46D27-FBDF-0840-A0F0-117E26C65A84}" dt="2026-04-03T07:32:52.799" v="30" actId="1076"/>
          <ac:spMkLst>
            <pc:docMk/>
            <pc:sldMk cId="562611664" sldId="257"/>
            <ac:spMk id="3" creationId="{3586E944-4283-F0CF-247C-7EA4F07462E6}"/>
          </ac:spMkLst>
        </pc:spChg>
        <pc:cxnChg chg="add del mod">
          <ac:chgData name="Alexi Fierro" userId="S::alexifierro@clinetrasolutions.com::e7970211-269f-475a-b42b-894270a354b5" providerId="AD" clId="Web-{AFD46D27-FBDF-0840-A0F0-117E26C65A84}" dt="2026-04-03T07:32:39.002" v="27"/>
          <ac:cxnSpMkLst>
            <pc:docMk/>
            <pc:sldMk cId="562611664" sldId="257"/>
            <ac:cxnSpMk id="2" creationId="{121C8B59-F078-6DA4-B77A-93BD6B7086C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6A08FE7-0D14-3C79-2B93-56D56CE35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4557" y="674554"/>
            <a:ext cx="4762500" cy="10287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163179A-D31B-3B04-9BD3-D630724E5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171" y="2859566"/>
            <a:ext cx="4762500" cy="10287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0D0CC-16F7-57DB-46D8-C1C3B5C4B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7728" y="2269417"/>
            <a:ext cx="19716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86E944-4283-F0CF-247C-7EA4F07462E6}"/>
              </a:ext>
            </a:extLst>
          </p:cNvPr>
          <p:cNvSpPr/>
          <p:nvPr/>
        </p:nvSpPr>
        <p:spPr>
          <a:xfrm>
            <a:off x="6015789" y="-220580"/>
            <a:ext cx="914400" cy="6396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1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2026-04-03T07:20:56Z</dcterms:created>
  <dcterms:modified xsi:type="dcterms:W3CDTF">2026-04-03T07:32:58Z</dcterms:modified>
</cp:coreProperties>
</file>