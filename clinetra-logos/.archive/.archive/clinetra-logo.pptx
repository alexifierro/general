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6A9D9C-64F1-4093-8638-948C8282D08C}" v="35" dt="2026-04-03T06:27:13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59675DF-7D1E-433D-F390-93C0981C4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3" y="2138363"/>
            <a:ext cx="810577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A432F-BB91-0D37-CDAE-6B9DBB8F1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84EC24F-3FF4-3615-089F-8A158CE5213C}"/>
              </a:ext>
            </a:extLst>
          </p:cNvPr>
          <p:cNvGrpSpPr/>
          <p:nvPr/>
        </p:nvGrpSpPr>
        <p:grpSpPr>
          <a:xfrm>
            <a:off x="2043113" y="2138363"/>
            <a:ext cx="8662207" cy="2581275"/>
            <a:chOff x="2043113" y="2138363"/>
            <a:chExt cx="8662207" cy="2581275"/>
          </a:xfrm>
        </p:grpSpPr>
        <p:pic>
          <p:nvPicPr>
            <p:cNvPr id="3" name="Picture 2" descr="A 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CD192E7B-73B9-CF29-4EFE-BEA1157A7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604" t="12236" r="134" b="38819"/>
            <a:stretch>
              <a:fillRect/>
            </a:stretch>
          </p:blipFill>
          <p:spPr>
            <a:xfrm>
              <a:off x="4296456" y="2715306"/>
              <a:ext cx="6408864" cy="1437585"/>
            </a:xfrm>
            <a:prstGeom prst="rect">
              <a:avLst/>
            </a:prstGeom>
          </p:spPr>
        </p:pic>
        <p:pic>
          <p:nvPicPr>
            <p:cNvPr id="4" name="Picture 3" descr="A 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CAA78F66-A06F-96C5-295D-4DA8096E8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0623"/>
            <a:stretch>
              <a:fillRect/>
            </a:stretch>
          </p:blipFill>
          <p:spPr>
            <a:xfrm>
              <a:off x="2043113" y="2138363"/>
              <a:ext cx="2381258" cy="2581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62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</cp:revision>
  <dcterms:created xsi:type="dcterms:W3CDTF">2026-04-03T06:24:18Z</dcterms:created>
  <dcterms:modified xsi:type="dcterms:W3CDTF">2026-04-03T06:47:16Z</dcterms:modified>
</cp:coreProperties>
</file>